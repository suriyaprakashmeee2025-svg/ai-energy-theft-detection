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Energy Theft / Abnormal Consumption Pattern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Second-Year EEE Capstone Project | Python +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Screen unusual electricity consumption patterns</a:t>
            </a:r>
          </a:p>
          <a:p>
            <a:pPr>
              <a:defRPr sz="2300"/>
            </a:pPr>
            <a:r>
              <a:t>Prioritize intervals for authorized human review</a:t>
            </a:r>
          </a:p>
          <a:p>
            <a:pPr>
              <a:defRPr sz="2300"/>
            </a:pPr>
            <a:r>
              <a:t>Generate anomaly scores and trends</a:t>
            </a:r>
          </a:p>
          <a:p>
            <a:pPr>
              <a:defRPr sz="2300"/>
            </a:pPr>
            <a:r>
              <a:t>Evaluate flags and false alarms</a:t>
            </a:r>
          </a:p>
          <a:p>
            <a:pPr>
              <a:defRPr sz="2300"/>
            </a:pPr>
            <a:r>
              <a:t>Important: an anomaly is not proof of theft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Python, Pandas, NumPy</a:t>
            </a:r>
          </a:p>
          <a:p>
            <a:pPr>
              <a:defRPr sz="2300"/>
            </a:pPr>
            <a:r>
              <a:t>Scikit-learn Isolation Forest</a:t>
            </a:r>
          </a:p>
          <a:p>
            <a:pPr>
              <a:defRPr sz="2300"/>
            </a:pPr>
            <a:r>
              <a:t>Matplotlib charts and Streamlit dashboard</a:t>
            </a:r>
          </a:p>
          <a:p>
            <a:pPr>
              <a:defRPr sz="2300"/>
            </a:pPr>
            <a:r>
              <a:t>Synthetic hourly readings across multiple meters</a:t>
            </a:r>
          </a:p>
          <a:p>
            <a:pPr>
              <a:defRPr sz="2300"/>
            </a:pPr>
            <a:r>
              <a:t>Injected labels used only for educational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Generate / load meter readings</a:t>
            </a:r>
          </a:p>
          <a:p>
            <a:pPr>
              <a:defRPr sz="2300"/>
            </a:pPr>
            <a:r>
              <a:t>Clean data and engineer time features</a:t>
            </a:r>
          </a:p>
          <a:p>
            <a:pPr>
              <a:defRPr sz="2300"/>
            </a:pPr>
            <a:r>
              <a:t>Fit Isolation Forest on earlier readings</a:t>
            </a:r>
          </a:p>
          <a:p>
            <a:pPr>
              <a:defRPr sz="2300"/>
            </a:pPr>
            <a:r>
              <a:t>Score and flag later readings</a:t>
            </a:r>
          </a:p>
          <a:p>
            <a:pPr>
              <a:defRPr sz="2300"/>
            </a:pPr>
            <a:r>
              <a:t>Evaluate and display results in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Consumption (kWh) and temperature</a:t>
            </a:r>
          </a:p>
          <a:p>
            <a:pPr>
              <a:defRPr sz="2300"/>
            </a:pPr>
            <a:r>
              <a:t>Hour, weekday, month, weekend indicator</a:t>
            </a:r>
          </a:p>
          <a:p>
            <a:pPr>
              <a:defRPr sz="2300"/>
            </a:pPr>
            <a:r>
              <a:t>Rolling 24-hour mean</a:t>
            </a:r>
          </a:p>
          <a:p>
            <a:pPr>
              <a:defRPr sz="2300"/>
            </a:pPr>
            <a:r>
              <a:t>Difference from rolling mean</a:t>
            </a:r>
          </a:p>
          <a:p>
            <a:pPr>
              <a:defRPr sz="2300"/>
            </a:pPr>
            <a:r>
              <a:t>Ratio to meter historical median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Isolation Forest is an unsupervised anomaly detector</a:t>
            </a:r>
          </a:p>
          <a:p>
            <a:pPr>
              <a:defRPr sz="2300"/>
            </a:pPr>
            <a:r>
              <a:t>Chronological train/test split</a:t>
            </a:r>
          </a:p>
          <a:p>
            <a:pPr>
              <a:defRPr sz="2300"/>
            </a:pPr>
            <a:r>
              <a:t>Metrics: precision, recall, F1-score, false-positive rate</a:t>
            </a:r>
          </a:p>
          <a:p>
            <a:pPr>
              <a:defRPr sz="2300"/>
            </a:pPr>
            <a:r>
              <a:t>Contamination setting is a configurable assumption</a:t>
            </a:r>
          </a:p>
          <a:p>
            <a:pPr>
              <a:defRPr sz="2300"/>
            </a:pPr>
            <a:r>
              <a:t>Results below are from synthetic data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Test readings: 6,912</a:t>
            </a:r>
          </a:p>
          <a:p>
            <a:pPr>
              <a:defRPr sz="2300"/>
            </a:pPr>
            <a:r>
              <a:t>Flagged readings: 445</a:t>
            </a:r>
          </a:p>
          <a:p>
            <a:pPr>
              <a:defRPr sz="2300"/>
            </a:pPr>
            <a:r>
              <a:t>Precision: 18.4%</a:t>
            </a:r>
          </a:p>
          <a:p>
            <a:pPr>
              <a:defRPr sz="2300"/>
            </a:pPr>
            <a:r>
              <a:t>Recall: 93.2%</a:t>
            </a:r>
          </a:p>
          <a:p>
            <a:pPr>
              <a:defRPr sz="2300"/>
            </a:pPr>
            <a:r>
              <a:t>F1-score: 0.308</a:t>
            </a:r>
          </a:p>
          <a:p>
            <a:pPr>
              <a:defRPr sz="2300"/>
            </a:pPr>
            <a:r>
              <a:t>False-positive rate: 5.3%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False Positives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Legitimate routine changes or visitors</a:t>
            </a:r>
          </a:p>
          <a:p>
            <a:pPr>
              <a:defRPr sz="2300"/>
            </a:pPr>
            <a:r>
              <a:t>Weather, holidays, equipment or meter faults</a:t>
            </a:r>
          </a:p>
          <a:p>
            <a:pPr>
              <a:defRPr sz="2300"/>
            </a:pPr>
            <a:r>
              <a:t>Synthetic patterns do not represent all real households</a:t>
            </a:r>
          </a:p>
          <a:p>
            <a:pPr>
              <a:defRPr sz="2300"/>
            </a:pPr>
            <a:r>
              <a:t>Inspect nearby readings and validate data quality</a:t>
            </a:r>
          </a:p>
          <a:p>
            <a:pPr>
              <a:defRPr sz="2300"/>
            </a:pPr>
            <a:r>
              <a:t>Never accuse, disconnect or penalize from a model flag alone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Run: python train_model.py</a:t>
            </a:r>
          </a:p>
          <a:p>
            <a:pPr>
              <a:defRPr sz="2300"/>
            </a:pPr>
            <a:r>
              <a:t>Run: streamlit run app.py</a:t>
            </a:r>
          </a:p>
          <a:p>
            <a:pPr>
              <a:defRPr sz="2300"/>
            </a:pPr>
            <a:r>
              <a:t>Filter by meter ID and inspect trends</a:t>
            </a:r>
          </a:p>
          <a:p>
            <a:pPr>
              <a:defRPr sz="2300"/>
            </a:pPr>
            <a:r>
              <a:t>Review flagged intervals and anomaly scores</a:t>
            </a:r>
          </a:p>
          <a:p>
            <a:pPr>
              <a:defRPr sz="2300"/>
            </a:pPr>
            <a:r>
              <a:t>Open outputs/evaluation_metrics.json for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End-to-end educational anomaly detection prototype</a:t>
            </a:r>
          </a:p>
          <a:p>
            <a:pPr>
              <a:defRPr sz="2300"/>
            </a:pPr>
            <a:r>
              <a:t>Use authorized, privacy-protected data</a:t>
            </a:r>
          </a:p>
          <a:p>
            <a:pPr>
              <a:defRPr sz="2300"/>
            </a:pPr>
            <a:r>
              <a:t>Validate on representative real-world labelled data</a:t>
            </a:r>
          </a:p>
          <a:p>
            <a:pPr>
              <a:defRPr sz="2300"/>
            </a:pPr>
            <a:r>
              <a:t>Compare models and tune thresholds</a:t>
            </a:r>
          </a:p>
          <a:p>
            <a:pPr>
              <a:defRPr sz="2300"/>
            </a:pPr>
            <a:r>
              <a:t>Keep human review and an appeal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